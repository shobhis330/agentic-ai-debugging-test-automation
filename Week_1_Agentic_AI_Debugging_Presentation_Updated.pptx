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FDCD7"/>
                </a:solidFill>
              </a:defRPr>
            </a:pPr>
            <a:r>
              <a:t>AGENTIC AI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Software Debugging and</a:t>
            </a:r>
            <a:br/>
            <a:r>
              <a:t>Test Automation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023360"/>
            <a:ext cx="3781163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Week 1 — Project Proposal and Planning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Student:</a:t>
            </a:r>
            <a:r>
              <a:rPr lang="en-IN" dirty="0"/>
              <a:t> Shobhitha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Mentor </a:t>
            </a:r>
            <a:r>
              <a:rPr lang="en-IN" dirty="0"/>
              <a:t>:Kanishk Rao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Date: </a:t>
            </a:r>
            <a:r>
              <a:rPr lang="en-IN" dirty="0"/>
              <a:t>24-10-2026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User, problem, solution and measurable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User: Python developers and students debugging small Python programs.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Problem: plausible AI-generated fixes may fail when executed or break existing behavior.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Solution: an agent proposes a patch, runs pytest, inspects results, and retries within a fixed limit.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Knowledge source: source code, function requirements, predefined tests and actual pytest output.</a:t>
            </a:r>
          </a:p>
          <a:p>
            <a:pPr>
              <a:spcAft>
                <a:spcPts val="12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Success: verified fix rate, regression failures, attempts, runtime and API cost where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Aim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Design and evaluate a controlled Python debugging agent.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Analyze code and error descriptions with Gemini.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Generate candidate fixes without overwriting the original source.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pytest as a tool to verify behavior.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failure output for bounded retries and evidence-based reporting.</a:t>
            </a:r>
          </a:p>
          <a:p>
            <a:pPr>
              <a:spcAft>
                <a:spcPts val="12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Compare iterative debugging against a single-pass LLM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Proposed 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Test output guides the next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2286000"/>
            <a:ext cx="1664208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7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1. Input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Code + requirements</a:t>
            </a:r>
          </a:p>
        </p:txBody>
      </p:sp>
      <p:sp>
        <p:nvSpPr>
          <p:cNvPr id="5" name="Chevron 4"/>
          <p:cNvSpPr/>
          <p:nvPr/>
        </p:nvSpPr>
        <p:spPr>
          <a:xfrm>
            <a:off x="2121408" y="2852928"/>
            <a:ext cx="228600" cy="320040"/>
          </a:xfrm>
          <a:prstGeom prst="chevron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86584" y="2286000"/>
            <a:ext cx="1664208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7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2. Analyze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LLM review</a:t>
            </a:r>
          </a:p>
        </p:txBody>
      </p:sp>
      <p:sp>
        <p:nvSpPr>
          <p:cNvPr id="7" name="Chevron 6"/>
          <p:cNvSpPr/>
          <p:nvPr/>
        </p:nvSpPr>
        <p:spPr>
          <a:xfrm>
            <a:off x="4069080" y="2852928"/>
            <a:ext cx="228600" cy="320040"/>
          </a:xfrm>
          <a:prstGeom prst="chevron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34256" y="2286000"/>
            <a:ext cx="1664208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7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3. Propose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Candidate patch</a:t>
            </a:r>
          </a:p>
        </p:txBody>
      </p:sp>
      <p:sp>
        <p:nvSpPr>
          <p:cNvPr id="9" name="Chevron 8"/>
          <p:cNvSpPr/>
          <p:nvPr/>
        </p:nvSpPr>
        <p:spPr>
          <a:xfrm>
            <a:off x="6016752" y="2852928"/>
            <a:ext cx="228600" cy="320040"/>
          </a:xfrm>
          <a:prstGeom prst="chevron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1927" y="2286000"/>
            <a:ext cx="1664208" cy="1554480"/>
          </a:xfrm>
          <a:prstGeom prst="roundRect">
            <a:avLst/>
          </a:prstGeom>
          <a:solidFill>
            <a:srgbClr val="DDF4F2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4. Test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pytest tool</a:t>
            </a:r>
          </a:p>
        </p:txBody>
      </p:sp>
      <p:sp>
        <p:nvSpPr>
          <p:cNvPr id="11" name="Chevron 10"/>
          <p:cNvSpPr/>
          <p:nvPr/>
        </p:nvSpPr>
        <p:spPr>
          <a:xfrm>
            <a:off x="7964423" y="2852928"/>
            <a:ext cx="228600" cy="320040"/>
          </a:xfrm>
          <a:prstGeom prst="chevron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1664208" cy="1554480"/>
          </a:xfrm>
          <a:prstGeom prst="roundRect">
            <a:avLst/>
          </a:prstGeom>
          <a:solidFill>
            <a:srgbClr val="DDF4F2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5. Verify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Read results</a:t>
            </a:r>
          </a:p>
        </p:txBody>
      </p:sp>
      <p:sp>
        <p:nvSpPr>
          <p:cNvPr id="13" name="Chevron 12"/>
          <p:cNvSpPr/>
          <p:nvPr/>
        </p:nvSpPr>
        <p:spPr>
          <a:xfrm>
            <a:off x="9912096" y="2852928"/>
            <a:ext cx="228600" cy="320040"/>
          </a:xfrm>
          <a:prstGeom prst="chevron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77272" y="2286000"/>
            <a:ext cx="1664208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7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9375F"/>
                </a:solidFill>
              </a:defRPr>
            </a:pPr>
            <a:r>
              <a:t>6. Decide</a:t>
            </a:r>
          </a:p>
          <a:p>
            <a:pPr algn="ctr">
              <a:defRPr sz="1000">
                <a:solidFill>
                  <a:srgbClr val="28303A"/>
                </a:solidFill>
              </a:defRPr>
            </a:pPr>
            <a:r>
              <a:t>Retry/report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375F"/>
                </a:solidFill>
              </a:defRPr>
            </a:pPr>
            <a:r>
              <a:t>Python and pytest determine whether tests passed; the LLM cannot self-certify success.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LLM Choice and Design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Planned comparison — no benchmark results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Gemini API: primary candidate because a Python integration is already available.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OpenAI GPT model: alternative for comparison if API access and time permit.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Open-weight code model: optional; consider hardware, latency, quality and license.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Compare quality, tool calling, output consistency, latency, cost and privacy using the same test inputs.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pytest provides verification evidence; the LLM proposes and explains candidate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Research Question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Question: does test-feedback-based iterative debugging improve verified fix success over a single-pass LLM baseline?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Use the same controlled bugs, requirements and tests for both approaches.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Metrics: verified fix success, regressions, retry count, elapsed time and API cost where available.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The research gap is provisional; review related work before claiming novelty.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Results will be reported only after experiments are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Initial Test Plan — Exactly 15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TC01 Syntax error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TC02 Undefined variable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TC03 Division by zero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TC04 Incorrect conditional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TC05 Off-by-one error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TC06 Incorrect return value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TC07 List indexing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TC08 Input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173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TC09 Empty input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TC10 Exception handling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TC11 Type mismatch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TC12 Data processing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TC13 Regression test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TC14 Retry after failure</a:t>
            </a:r>
          </a:p>
          <a:p>
            <a:pPr>
              <a:spcAft>
                <a:spcPts val="12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TC15 Ambiguous / unsolvable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E78"/>
                </a:solidFill>
              </a:defRPr>
            </a:pPr>
            <a:r>
              <a:t>Planned specifications, not completed test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Safety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Limit the first prototype to controlled Python examples.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Preserve original source and review patches before execution.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Use a fixed retry and execution-time limit.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Keep API credentials in Colab Secrets or environment variables; never commit keys.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Do not execute arbitrary uploaded code directly in a normal notebook runtime.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Passing tests verifies only tested behavior, not complete correctness or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  <a:latin typeface="Aptos Display"/>
              </a:defRPr>
            </a:pPr>
            <a:r>
              <a:t>Five-Week Roadmap and Week 1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Week 1: proposal, workflow, LLM choice note, 15 test cases, README skeleton and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Week 2: working core agent, structured output, first tool, error handling and demo on 3+ cases.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Week 3: add justified retrieval/data source and memory; test retrieval separately.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Week 4: bounded loop, full evaluation, guardrails, logs, cost and latency.</a:t>
            </a:r>
          </a:p>
          <a:p>
            <a:pPr>
              <a:spcAft>
                <a:spcPts val="12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Week 5: simple UI, final documentation and five-minute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Week 1 • Project Proposal •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Shobhitha Gowda</cp:lastModifiedBy>
  <cp:revision>2</cp:revision>
  <dcterms:created xsi:type="dcterms:W3CDTF">2013-01-27T09:14:16Z</dcterms:created>
  <dcterms:modified xsi:type="dcterms:W3CDTF">2026-10-24T04:57:12Z</dcterms:modified>
  <cp:category/>
</cp:coreProperties>
</file>